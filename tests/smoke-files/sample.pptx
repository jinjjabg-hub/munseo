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SMOKE-PPTX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파워포인트 시험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둘째 슬라이드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내용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